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in Youth-Led NGOs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Responsibilities &amp; Ethics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Advocate Network Rwanda | Capacity Building Program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vs Management - Understanding the difference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Structure - Board, Executive, Members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Leadership Responsibilities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Leadership Principles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Public Speaking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&amp; Conflict Resolution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vs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Understanding the Critical Difference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LEADERSHIP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ABOUT: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Setting the vision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Inspiring people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Creating change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Innovation &amp; growth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Long-term direction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FOCUS: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</a:rPr>
              <a:t>"Doing the RIGHT things"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MANAGEMENT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ABOUT: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Planning &amp; organizing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Coordinating resources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Implementing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Monitoring progress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• Day-to-day operations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FOCUS: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</a:rPr>
              <a:t>"Doing things RIGHT"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Youth-Led NGOs Need BOTH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143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Leadership without management = Great ideas that never happen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Management without leadership = Efficient execution of the wrong things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371600" y="2651760"/>
            <a:ext cx="640080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INSIGHT FOR YOUTH LEADERS: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45920" y="329184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You may start as a passionate leader with a vision (leadership),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but to make real impact, you must also develop management skills.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best youth organizations balance both - they dream big AND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execute well.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Your NGO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Board vs Executive Team vs Members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BOARD OF DIRECTORS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Provide oversight and strategic direction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Set vision &amp; mission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Approve budgets &amp; plans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Hire/evaluate 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Ensure legal 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Fundraising support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EXECUTIVE TEAM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03320" y="2514600"/>
            <a:ext cx="21945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118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Run day-to-day activities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0332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Implement strategy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Manage programs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Lead staff/volunteers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Report to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Community engagement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54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MEMBERS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675120" y="2514600"/>
            <a:ext cx="21945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7"/>
          <p:cNvSpPr/>
          <p:nvPr/>
        </p:nvSpPr>
        <p:spPr>
          <a:xfrm>
            <a:off x="66751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PARTICIPATION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836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Support and benefit from the NGO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7512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Participate in programs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Provide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Volunteer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Attend meetings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Elect Board members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Separation of Powers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1887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COMMON MISTAKE: In youth NGOs, the same people often serve on both Board and Executive Team. This creates conflicts of interest!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BEST PRACTICE: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6517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Board members should NOT be part of daily operations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Executive Director reports TO the Board, not as a Board member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Board evaluates performance - can't evaluate yourself!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Clear roles prevent confusion and protect the organization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Think of it like government: The Board is like Parliament (makes laws), the Executive is like the Cabinet (implements laws). Separation ensures accountability!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Leadership Responsibilities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896"/>
                </a:solidFill>
              </a:rPr>
              <a:t>What Every Youth Leader Must Master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Setting &amp; Communicating Vision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WHAT IS VISION?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A clear picture of the FUTURE you want to create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"A Rwanda where every young person has access to quality mental health support"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Your vision should: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Be inspiring and ambitious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Be clear and specific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Connect to people's emotions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Guide all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YOUR RESPONSIBILITY: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1. Develop the vision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Work with your team, don't impose it alone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2. Communicate it constantly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 meetings, reports, conversations - repeat it until everyone knows it by heart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3. Make it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Every project should connect back to the vision. If it doesn't, why are you doing it?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4. Adapt when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Vision can evolve as you learn, but changes should be intentional, not random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Ensuring Accountability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</a:rPr>
              <a:t>Accountability means everyone is responsible for their commitments - including YOU as the leader.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To Members/Beneficiaries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Are programs actually helping?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Are you listening to their needs?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Are resources used as promised?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5448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To Funders/Donors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Transparent financial reporting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Deliver what you promised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Show real impact, not just activities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To Your Team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Fair treatment and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Clear expectations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Recognize contributions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310896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To the Law &amp; Society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206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Follow Rwanda's NGO regulations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Pay taxes if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Ethical practices always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Team Coordination &amp; Support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Youth NGOs often rely heavily on volunteers. Your job is to keep them motivated, organized, and productive.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Clear Role 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Every person should know exactly what they're responsible for - no confusion about "who does what"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Create simple job descriptions even for volunteers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Regular Communication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Weekly or bi-weekly check-ins keep everyone aligned and address problems early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7432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Use WhatsApp groups, but also meet in person regularly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Recognize Contributions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People volunteer because they care - acknowledge their work publicly and privately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0" y="34290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Certificates, shout-outs in meetings, thank-you notes matter!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Provide Growth Opportunities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Help team members learn new skills and take on bigger responsibilities over time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41148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Mentorship, training workshops, leadership roles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Representation &amp; Advocacy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As a youth leader, you are the VOICE of your organization and the young people you serve. This is a serious responsibility.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WHEN REPRESENTING: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Know your facts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Research the issues thoroughly before speaking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Stay authentic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Share real stories from your community, not just statistics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Be professional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Dress appropriately, arrive on time, follow up on commitments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Consult your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You represent them - make sure your positions reflect the group, not just you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WHERE YOU REPRESENT: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210312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Government meetings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(Ministry consultations, policy dialogues)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Media interviews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(TV, radio, newspapers, social media)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Donor/partner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(Conferences, workshops, networking)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• Community gatherings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(Speaking at schools, youth forums)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Ethical Leadership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A896"/>
                </a:solidFill>
              </a:rPr>
              <a:t>The Foundation of Trust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Integrity: Walking the Talk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Integrity means your ACTIONS match your WORDS. If you say transparency matters, show your budget. If you say youth voices matter, include them in decisions.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0848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The 'Late Report' Test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Your funder's report is due. You haven't finished all activities. Do you: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❌ Exaggerate what you did?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✅ Be honest, explain delays, show what WAS accomplished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0449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The 'Friend's Request' Test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2918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Your friend asks for a job with your NGO. They're not the most qualified. Do you: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502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❌ Hire them anyway?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✅ Follow fair hiring process - best person for the role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40050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The 'Leftover Money' Test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2519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Project has extra funds. Board isn't watching closely. Do you: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❌ Use it for personal needs?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✅ Follow proper procedures, consult Board, reallocate properly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Managing Conflict of Interest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WHAT IS IT?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When your personal interests could influence decisions you make for the organization. This isn't always bad - but it MUST be disclosed and managed.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COMMON EXAMPLES IN YOUTH NGOs: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Your family member's company bids for NGO contract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You're offered a paid consultancy that competes with NGO 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Romantic relationship between supervisor and volunteer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Using NGO resources (laptop, vehicle) for personal business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HOW TO HANDLE IT: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DISCLOSE - Tell your Board/team immediately when conflict arises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RECUSE - Remove yourself from that specific decision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DOCUMENT - Keep written record of disclosure and how it was handled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Remember: Hiding conflicts destroys trust. Disclosing them builds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Safeguarding: Protecting Those You Serve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THIS IS NON-NEGOTIABLE. Every youth NGO MUST have safeguarding policies to protect children and vulnerable people from harm.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ESSENTIAL SAFEGUARDING MEASURES: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1. Background Checks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Screen all staff/volunteers who work with children - criminal record checks where possible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2. Code of Conduct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Clear rules: no inappropriate touching, no private meetings with minors alone, no exploitative relationships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3. Reporting Mechanism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Safe way for anyone to report concerns - anonymous if needed. Investigate ALL reports seriously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4. Training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1752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Everyone must know how to recognize abuse and what to do if they see 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5. Photo/Media Consent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Written permission before taking/sharing photos of minors. Protect their privacy and dignity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If you don't have safeguarding policies yet, THIS IS YOUR TOP PRIORITY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Ethical Use of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</a:rPr>
              <a:t>Every franc, every hour, every resource entrusted to you belongs to the MISSION, not to you personally.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Transparency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Keep detailed records of all income/expenses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Share financial reports with Board quarterly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Get approval for expenditures over set limit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Never mix personal and NGO money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Asset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Maintain inventory of all NGO property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NGO equipment = NGO use only (not personal)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Have procedures for borrowing/returning items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Report damaged/lost items immediately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0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 &amp; Effort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If donor pays for 20 hours/week, give 20 hours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No 'ghost workers' who don't actually 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Track time honestly on project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Deliver quality work, not just attendance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 vs Leadership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Why Position Alone Doesn't Make You a Leader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AUTHORITY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Given by position/title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• People follow because they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 HAVE 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Based on power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Commands compliance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Fear-based motivation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"Do this because I'm the Executive Director and I said so"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LEADERSHIP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Earned through respect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• People follow because they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 WANT 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Based on trust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Inspires commitment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• Purpose-driven motivation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"Let's do this because it will help reach our shared vision"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Values &amp; Self-Awareness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097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Great leaders know themselves - their strengths, weaknesses, triggers, and what they truly value.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REFLECTION QUESTIONS: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What are my core values? (Examples: honesty, community, justice, innovation)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What situations make me stressed or reactive? How can I prepare for them?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What are my natural strengths as a leader? (Communication? Strategy? Empathy?)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What skills do I need to develop? (Financial management? Conflict resolution?)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Am I leading for MY ego, or for the mission and community?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Do I listen more than I talk? Do I ask for feedback and actually use it?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4297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TIP: Keep a leadership journal. Write weekly reflections on what went well, what didn't, and what you learned.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Effective Communication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Public Speaking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Communication Principles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78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Know Your Audience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7472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Speaking to government officials? Use data and policy language. Speaking to youth? Use stories and relatable examples. Adapt your message to who's listening.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19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Be Clear &amp; Concise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0" y="1737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People have short attention spans. Get to the point quickly. One key message is better than five complex ones.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3591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Listen First, Speak Second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Good communication is 50% listening. Understand others' perspectives before pushing your agenda. Ask questions.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999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Use Stories, Not Just Facts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3017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"30% of youth face unemployment" is a stat. "Meet Jean, 24, who can't find work despite his degree" is a story. Stories stick.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6393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Body Language Matters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74720" y="3657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Stand tall, make eye contact, use hand gestures naturally. Your non-verbal communication says as much as your words.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279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Follow Up in Writing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474720" y="4297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After important conversations, send a summary email. Confirms understanding and creates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Speaking Mastery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BEFORE YOUR SPEECH: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Know your main 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(3 key messages maximum)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Practice out 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(At least 3 times, ideally to someone)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Prepare for questions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(Think: what will they ask me?)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Visit the venue if possible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(Get comfortable with the space)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Dress confidently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(Professional + comfortable)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DURING YOUR SPEECH: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Start with a hook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(Question, story, or surprising fact)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Speak slowly &amp; clearly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(Pause between points for emphasis)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Make eye contact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(With different people, not just one spot)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Use your hands naturally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(But don't fidget or point aggressively)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End with clear call to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(What do you want people to DO?)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Dealing with Public Speaking Nerves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143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EVERYONE gets nervous - even experienced speakers! The difference is they know how to manage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Reframe Your Mindset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Nervousness = excitement! Your body is preparing you to perform. Say "I'm excited" instead of "I'm scared."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48716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Breathe Deeply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Before you speak, take 3 slow, deep breaths. In through nose (4 counts), out through mouth (6 counts). Calms your nervous 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054096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35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Focus on Your Message, Not Yourself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035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Shift from "What will they think of me?" to "How can I help them?" Your message matters more than perfection.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29584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21024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027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Start Strong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6027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Memorize your opening line perfectly. Once you nail that, confidence flows naturally.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096512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187952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696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Accept Imperfection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169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You will make small mistakes - everyone does. Pause, smile, continue. Audiences are forgiving if you're authentic.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Facilitation &amp; Group Dialogue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A896"/>
                </a:solidFill>
              </a:rPr>
              <a:t>Leading Productive Conversations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 Good Facilitator?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</a:rPr>
              <a:t>A facilitator is a GUIDE, not a lecturer. Your job is to help the group think together, not to tell them what to think.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27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Create Safe Space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Set ground rules (respect, confidentiality, one person speaks at a time). Enforce them fairly.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554480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27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Ask Open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Not "Do you agree?" but "What do you think about...?" Encourage thinking, not yes/no answers.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04288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Draw Out Quiet Voices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624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"Sarah, we haven't heard from you yet - any thoughts?" Make sure everyone can contribute.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042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04288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Manage Dominant Talkers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24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"Thanks, John. Let's hear other perspectives now." Be firm but respectful.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27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Stay Neutral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74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Don't favor your opinion. Your role is to help THEM reach conclusions, not impose yours.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540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054096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27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Summarize &amp; Synthesize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374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"So I'm hearing three main themes..." Help group see patterns in their discussion.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0390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03904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8770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Watch the Time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Keep discussions on track. If running over, ask group: "Should we continue or move on?"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80390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03904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8770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End with Action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4123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"What are our next steps? Who's responsible?" Turn talk into commitments.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Conflict Resolution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Conflict is NORMAL in any organization. The question isn't whether conflict will happen - it's how you handle it.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5-STEP CONFLICT RESOLUTION PROCESS: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LISTEN to Both Sides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Meet each person separately first. Let them tell their story without interruption. Your job is to understand, not judge.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IDENTIFY the Real Issue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Often, surface conflict hides deeper problems. Is this really about meeting times, or about feeling excluded from decisions?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BRING THEM Together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Create neutral space. Set ground rules: no personal attacks, speak in 'I feel' not 'You always.' Each person shares their perspective.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FIND Common Ground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93192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What do both parties want? Usually they share the same goal (organization's success) but disagree on how. Focus on shared interests.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5. AGREE on Solutions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3192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Brainstorm options together. Choose solution both can live with. Write it down. Set follow-up date to check if it's working.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Conflict Gets Serious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143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Some conflicts are beyond your capacity as a leader. Know when to get help!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ESCALATE TO BOARD OR EXTERNAL HELP IF: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Allegations of harassment, discrimination, or abuse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Financial fraud or theft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Repeated violations of policies despite warnings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Threats of violence or actual violence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Conflict involves you directly (you can't be neutral)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Problem has escalated despite your intervention attempts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39776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RESOURCES: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42519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Board of Directors (governance issues)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HR consultant or lawyer (employment disputes)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Police (criminal matters)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Professional mediator (complex interpersonal conflicts)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1615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16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Leadership ≠ Just having a title. It's about inspiring and serving others.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Know your structure: Board governs, Executive implements, Members participate.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Ethics aren't optional - integrity, transparency, safeguarding are foundational.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Communication is a skill you must practice daily - speaking AND listening.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22783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27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Great facilitators create space for others to think, not impose their views.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Conflict is normal - address it early with empathy and clear processes.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4251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Leadership is a journey, not a destination.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Keep learning, stay humble, and always put your mission first.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It's Your Turn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Take what you've learned today and apply it in your organization.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Start small: Pick ONE thing to improve this week.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Maybe it's creating a safeguarding policy,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practicing active listening in your next meeting,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or clarifying roles on your team.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Remember: Great leaders are made, not born.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A896"/>
                </a:solidFill>
              </a:rPr>
              <a:t>You have everything you need to lead with excellence.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Youth Advocate Network Rwanda | @youthadvocatesrw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in Youth-Led NGOs</dc:title>
  <dc:subject>PptxGenJS Presentation</dc:subject>
  <dc:creator>Youth Advocate Network Rwanda</dc:creator>
  <cp:lastModifiedBy>Youth Advocate Network Rwanda</cp:lastModifiedBy>
  <cp:revision>1</cp:revision>
  <dcterms:created xsi:type="dcterms:W3CDTF">2026-02-12T07:30:45Z</dcterms:created>
  <dcterms:modified xsi:type="dcterms:W3CDTF">2026-02-12T07:30:45Z</dcterms:modified>
</cp:coreProperties>
</file>