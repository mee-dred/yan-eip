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Digital Advocacy &amp; Communications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</a:rPr>
              <a:t>Making Your Voice Heard Online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What is Digital Advocacy?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Using the internet and social media to </a:t>
            </a:r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</a:rPr>
              <a:t>spread your message, raise awareness, and create change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 for your cause.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73152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Digital tools help you reach more people, faster and cheaper than traditional methods.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00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</a:rPr>
              <a:t>Four Skills You Will Learn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2011680" cy="5486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9456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Social Media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0" y="1371600"/>
            <a:ext cx="2011680" cy="5486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7"/>
          <p:cNvSpPr/>
          <p:nvPr/>
        </p:nvSpPr>
        <p:spPr>
          <a:xfrm>
            <a:off x="256032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19456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Content Creation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66344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1371600"/>
            <a:ext cx="2011680" cy="5486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5" name="Text 11"/>
          <p:cNvSpPr/>
          <p:nvPr/>
        </p:nvSpPr>
        <p:spPr>
          <a:xfrm>
            <a:off x="466344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19456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Digital Tools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766560" y="1371600"/>
            <a:ext cx="20116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66560" y="1371600"/>
            <a:ext cx="2011680" cy="54864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0" name="Text 15"/>
          <p:cNvSpPr/>
          <p:nvPr/>
        </p:nvSpPr>
        <p:spPr>
          <a:xfrm>
            <a:off x="6766560" y="1371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19456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3017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Data Advocacy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1. Social Media Strategy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What is a Social Media Strategy?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A plan for how you will use Facebook, Instagram, Twitter, TikTok, and other platforms to reach people and achieve your goals.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</a:rPr>
              <a:t>Why You Need a Strategy: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2918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Know what to post and when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Reach the right people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Save time by planning ahead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Measure if your posts are working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• Build a loyal following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Building Your Social Media Strategy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61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618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Know Your Goal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12618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What do you want to achieve?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26187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Example: Get 500 people to sign our petition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481328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What do you want to achieve?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847088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18470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Know Your Audience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18470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Who are you trying to reach?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84708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Example: Young women ages 18-30 in our city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066544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Who are you trying to reach?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59152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432304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432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24323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Choose Your Platforms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108960" y="24323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Where does your audience spend time?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432304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Example: Instagram and TikTok for youth, Facebook for parents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2651760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Where does your audience spend time?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44368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30175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Plan Your Content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08960" y="30175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What will you post?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0" y="30175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Example: Success stories on Monday, tips on Wednesday, events on Friday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3236976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What will you post?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529584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" y="3602736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602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88720" y="36027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Create a Schedule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108960" y="36027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When will you post?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0" y="36027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Example: 3 posts per week at 6pm when people are online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88720" y="3822192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When will you post?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11480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0080" y="4187952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187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88720" y="41879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Engage with Followers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108960" y="41879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Respond to comments and messages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0" y="4187952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Example: Reply to all comments within 24 hours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88720" y="4407408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Respond to comments and messages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Choosing the Right Social Media Platform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25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</a:rPr>
              <a:t>Facebook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43200" y="132588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Best for: Community building, events, older audiences (25+)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80160" y="162763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Features: Groups, Events, Long posts, Live video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02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</a:rPr>
              <a:t>Instagram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743200" y="219456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Best for: Visual storytelling, youth (18-35), inspiration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280160" y="249631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Features: Photos, Stories, Reels, IGTV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</a:rPr>
              <a:t>Twitter/X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743200" y="306324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Best for: News, quick updates, advocacy, reaching media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280160" y="336499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Features: Short posts, Hashtags, Retweets, Threads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7764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</a:rPr>
              <a:t>TikTok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2743200" y="3931920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Best for: Young people (13-25), creative videos, trends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280160" y="423367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Features: Short videos, Music, Challenges, Viral potential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The Power of Storytelling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Why Stories Work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Stories are powerful because: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People remember stories, not facts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Stories create emotional connections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Stories make your work feel real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Stories inspire people to act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463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Elements of a Good Story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029200" y="219456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1. A Real Person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 names, ages, details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2. A Challenge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What problem did they face?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3. Your Help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How did your organization help?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4. The Change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What is different now?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Story Example: Before and After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</a:rPr>
              <a:t>❌ Weak Post (Just Facts)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</a:rPr>
              <a:t>"Our organization trained 50 youth in computer skills this month. We are grateful for donor support."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✓ Strong Post (Story)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</a:rPr>
              <a:t>"Meet Sarah, 19. Six months ago, she couldn't use a computer. Today, she just got her first job as a data entry clerk! She says, 'I can now support my family.' Sarah is one of 50 young people we trained this year. Your donations make dreams like Sarah's come true."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291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</a:rPr>
              <a:t>Why the Second Post is Better: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Uses a real person with a name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Shows the journey (before → after)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Includes a quote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Creates emotion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✓ Inspires action (donations)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2. Content Creation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0011"/>
                </a:solidFill>
              </a:rPr>
              <a:t>Three Types of Content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</a:rPr>
              <a:t>Text Posts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Written messages and captions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651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Quick Tips: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Keep it short (under 150 words)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3218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Use simple language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35112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Add emojis for emotion 😊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38039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Ask questions to engage people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29000" y="146304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373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</a:rPr>
              <a:t>Photos &amp; Graphics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70332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Images that catch attention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703320" y="2651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Quick Tips: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70332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Use bright, clear photos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703320" y="3218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Show people and faces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703320" y="35112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Add text on images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703320" y="38039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Keep it simple, not too busy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400800" y="1463040"/>
            <a:ext cx="27432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3736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223760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</a:rPr>
              <a:t>Videos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67512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Moving content that tells stories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675120" y="2651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Quick Tips: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67512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Keep it short (30-60 seconds)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675120" y="32186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Start strong in first 3 seconds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675120" y="351129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Add captions (many watch without sound)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675120" y="38039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• Show real people and action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Creating Simple Videos with Your Phone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1. Plan Your Video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2801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Write down what you want to say in 3-5 bullet points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2. Good Lighting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Film facing a window or in bright light, not with light behind you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3. Steady Camera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Hold phone with both hands or prop it against something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4. Clear Audio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2788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Film in a quiet place, speak clearly, get close to the phone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5. Show Action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3291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Film people doing things, not just talking heads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6. Edit Simply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00400" y="3794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Use free apps like CapCut, InShot, or phone's built-in editor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7. Add Text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42976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Put captions on screen so people can watch without sound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3. Digital Campaigning &amp; Online Advocacy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What is a Digital Campaign?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63040" y="21031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An organized effort using online tools to create change - like getting signatures, raising awareness, or influencing decisions.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971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Set Clear Goal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560320" y="29718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 exactly do you want to achieve? → Get 1,000 signatures to stop plastic bags in our town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291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Choose Your Ask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560320" y="329184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What action do you want people to take? → Sign petition, share post, contact official, donate, attend event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611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Create a Hashtag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60320" y="361188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Make it short, clear, and memorable → #StopPlasticOurTown or #GirlsCanCode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Make Shareable Content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560320" y="393192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Create posts that people want to share → Infographics, emotional stories, shocking facts, inspiring videos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251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Activate Your Network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560320" y="425196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Ask supporters to share with their networks → Send message: 'Please share this post with 5 friends today'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Real Campaign Example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90011"/>
                </a:solidFill>
              </a:rPr>
              <a:t>#FreeSchoolLunch Campaign - Kenya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The Problem: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Many children were too hungry to learn. No school lunch program existed.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The Campaign: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1. Created hashtag #FreeSchoolLunch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2. Posted daily videos of hungry children (with parent permission)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3. Online petition asking government to fund school meals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4. Asked supporters to tag the Education Minister in posts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5. Organized Twitter storm on a specific day - everyone posted at 2pm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Results in 3 Months: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90011"/>
                </a:solidFill>
              </a:rPr>
              <a:t>✓ 15,000 petition signatures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90011"/>
                </a:solidFill>
              </a:rPr>
              <a:t>✓ Hashtag used 50,000 times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90011"/>
                </a:solidFill>
              </a:rPr>
              <a:t>✓ Featured on national TV news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990011"/>
                </a:solidFill>
              </a:rPr>
              <a:t>✓ Government announced pilot school lunch program in 20 schools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4. Digital Tools for Your 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Free Tools to Make Your Work Easier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361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Project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5361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Trello, Asana (Free versions)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Organize tasks, assign work to team members, track progress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5361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Use for: Plan events, manage projects, track who does what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1305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Team Communication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1305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WhatsApp, Telegram, Slack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3774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Chat with team, share files, create group channels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1305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Use for: Quick updates, share photos from events, team discussions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27249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Document Collaboration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27249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Google Docs, Google Sheets, Google Drive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9718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Write documents together, share files online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72491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Use for: Write proposals together, share reports, store files safely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3192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Video Meetings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51760" y="33192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Zoom, Google Meet, WhatsApp Video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5661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Meet online when you can't meet in person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31927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Use for: Team meetings, partner calls, training sessions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39136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Design &amp; Graphics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51760" y="39136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Canva (Free version)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160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Create beautiful posts, posters, and presentations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39136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Use for: Social media posts, event flyers, reports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" y="45079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Scheduling Posts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51760" y="45079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Meta Business Suite (Free)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" y="47548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Plan and schedule social media posts ahead of time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45079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Use for: Schedule a week of posts on Sunday for the whole week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Tools for Documentation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0011"/>
                </a:solidFill>
              </a:rPr>
              <a:t>Why Document Your Work?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Keep records of your activities to show donors, write reports, and remember what worked.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20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Photos &amp; Videos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1760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Tools: Phone camera, Google Photos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17627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Take photos at every event. Create folders by month or project.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F3C7E"/>
                </a:solidFill>
              </a:rPr>
              <a:t>💡 Tip: Get permission before photographing people!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697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Attendance Records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697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Tools: Google Forms, Excel, WhatsApp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5351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Create simple form with name, contact, date. People sign in at events.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154680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F3C7E"/>
                </a:solidFill>
              </a:rPr>
              <a:t>💡 Tip: Digital forms are easier to count and share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474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Activity Logs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3474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Tools: Google Sheets, Notebook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7307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Write date, activity, number of people, results after each event.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F3C7E"/>
                </a:solidFill>
              </a:rPr>
              <a:t>💡 Tip: Do this immediately - don't wait and forget!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251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Success Stories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51760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Tools: Voice recorder, Google Docs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50799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Record interviews with beneficiaries. Get their permission to use stories.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7680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F3C7E"/>
                </a:solidFill>
              </a:rPr>
              <a:t>💡 Tip: Ask: What was life like before? How did we help? What changed?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5. Data-Driven Advocacy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6304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What is Data-Driven Advocacy?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463040" y="21031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Using numbers and facts from your work (Monitoring &amp; Evaluation data) to make your advocacy stronger and more convincing.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</a:rPr>
              <a:t>Why Data Makes Your Message Stronger: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1. Numbers grab attention: '500 children' is more powerful than 'many children'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3429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2. Data proves your point: Facts are harder to argue against than opinions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3749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3. Shows real impact: Demonstrates your work is actually making a difference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4069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4. Builds credibility: Leaders and donors trust organizations that track results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How to Use Your M&amp;E Data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Transform Your Data into Powerful Messages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137160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Without Data (Weak)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</a:rPr>
              <a:t>"Our program helps youth find jobs. We think it's working well. Please support us."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931920" cy="13716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With Data (Strong)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</a:rPr>
              <a:t>"In 6 months, 78 out of 100 youth (78%) who completed our program found jobs. Compare this to the 20% employment rate for untrained youth in our area."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</a:rPr>
              <a:t>Types of M&amp;E Data You Can Use: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Numbers: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352044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People reached, services provided, events held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8130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Percentages: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381304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% who improved, % who passed tests, success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1056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Comparisons: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410565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Before vs. After, Your area vs. Other areas, This year vs. Last year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3982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</a:rPr>
              <a:t>Testimonials: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439826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Quotes from beneficiaries about changes in their lives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Creating Powerful Data Posts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</a:rPr>
              <a:t>Simple Formula for Data Posts: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54480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5727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Big Number or Statistic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0" y="157276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'78% Success Rate' (large text on graphic)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148840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1671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What It Means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1671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'78 out of 100 youth we trained got jobs'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743200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7614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0" y="27614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'This is 4x higher than the local average'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337560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33558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Personal Touch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0" y="33558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'Meet John, one of the 78 success stories'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3931920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39502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Call to Action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39502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'Help us train 100 more youth this year. Donate today.'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</a:rPr>
              <a:t>Measuring Your Digital Impact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Track These Numbers to See What's Working: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Reach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1554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How many people saw your post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1051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Why track: Shows if your message is spreading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194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Engagement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194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Likes, comments, shares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45059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Why track: Shows if people care about your content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834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Followers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2834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People following your page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09067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Why track: Shows if your audience is growing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474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Clicks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3474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People clicking your links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7307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Why track: Shows if people are taking action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</a:rPr>
              <a:t>Conversions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94560" y="4114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People signing petitions, donating, registering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37083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Why track: Shows real results from your campaigns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</a:rPr>
              <a:t>💡 Tip: Check your insights weekly on Facebook/Instagram to see what posts work best!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</a:rPr>
              <a:t>Your Digital Advocacy Action Plan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0011"/>
                </a:solidFill>
              </a:rPr>
              <a:t>Steps to Take This Month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1168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1. Create a simple social media strategy (1 page plan)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231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4231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2. Set up accounts on 2 platforms where your audience is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3464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28346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3. Collect 3 success stories with photos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4612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71600" y="324612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4. Create 10 posts using Canva and schedule them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5760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71600" y="36576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5. Try one of the free digital tools (Trello, Google Forms, etc.)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069080"/>
            <a:ext cx="320040" cy="32004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371600" y="406908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6. Track your data and create one data-driven post</a:t>
            </a:r>
            <a:endParaRPr lang="en-US" sz="14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480560"/>
            <a:ext cx="320040" cy="3200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371600" y="44805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7. Measure results: Check your insights after 2 weeks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Remember These Things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B6B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Have a strategy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- plan what, when, and where to post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6B6B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Tell real stories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- people connect with people, not facts alone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6B6B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Create simple content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- use your phone and free tools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6B6B"/>
                </a:solidFill>
              </a:rPr>
              <a:t>✓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Use data to prove your impact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- numbers make you credible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>
                    <a:alpha val="80000"/>
                  </a:srgbClr>
                </a:solidFill>
              </a:rPr>
              <a:t>Your voice matters - make it heard online!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Advocacy, Communications &amp; Visibility</dc:title>
  <dc:subject>PptxGenJS Presentation</dc:subject>
  <dc:creator>Digital Advocacy Training</dc:creator>
  <cp:lastModifiedBy>Digital Advocacy Training</cp:lastModifiedBy>
  <cp:revision>1</cp:revision>
  <dcterms:created xsi:type="dcterms:W3CDTF">2026-02-13T14:13:21Z</dcterms:created>
  <dcterms:modified xsi:type="dcterms:W3CDTF">2026-02-13T14:13:21Z</dcterms:modified>
</cp:coreProperties>
</file>