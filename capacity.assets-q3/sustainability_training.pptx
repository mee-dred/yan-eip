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Sustainability Training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Building Strong, Independent Communities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What is Sustainability Training?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Sustainability training helps communities and organizations </a:t>
            </a:r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stay strong and keep working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 by finding ways to support their projects for the long term.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73152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It means your project can continue helping people even when outside help ends.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Four Ways to Build Sustainability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94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Making Money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1945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Social Business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6344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1371600"/>
            <a:ext cx="201168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1"/>
          <p:cNvSpPr/>
          <p:nvPr/>
        </p:nvSpPr>
        <p:spPr>
          <a:xfrm>
            <a:off x="466344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1945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Community Help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6656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0" name="Text 15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19456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Different Sources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1. Making Money (Income Generation)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Does This Mean?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Creating activities that bring in money: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Selling products or services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Charging small fees for programs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Renting out space or equipment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Why It Helps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Your project becomes more independent and does not have to wait for donations to do its work.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2064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Real Example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12064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women's group in Kenya: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They used to depend on donations. Now they: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Make and sell handmade baskets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Sell them at the local market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Earn $400 per month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This money pays for: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Materials to keep working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Meeting space rent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Small salaries for members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2. Social Business (Social Enterprise)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Is It?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 business that: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Solves a community problem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Earns money at the same time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Two goals in one: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1. Help the community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2. Make money to keep going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Real Example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0" y="210312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 health center in Uganda: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The Problem: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People get sick from dirty water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The Solution: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They sell water filters at low cost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Results: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Families have clean water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Money earned pays staff salaries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Center stays open without donations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3. Community Help (Community Fundraising)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5A8F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Getting Support From Your Own Community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3040" y="2103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Collecting help and resources from local people and partners. This makes people feel like the project belongs to them too.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2560320" cy="13716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83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337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People Care More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When they give, they want the project to succeed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91840" y="3108960"/>
            <a:ext cx="2560320" cy="13716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832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800" y="3337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Local Ownership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47472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Community feels it is their project, not an outsider's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26480" y="3108960"/>
            <a:ext cx="2560320" cy="13716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832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337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More Stable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30936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Many small supporters are stronger than one big donor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Ways to Get Community Help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258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Local Fundraising Events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6642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Hold events where people pay to join and have fun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19933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</a:rPr>
              <a:t>Example: A school holds a fun run. People pay $5 to run. They raise $2,000 for new books.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0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834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Membership Programs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31729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Ask people to join and pay a small fee every month or year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80160" y="350215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</a:rPr>
              <a:t>Example: A library asks members to pay $10 per year. 200 members = $2,000 per year.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42062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891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3434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Community Contributions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280160" y="46817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Ask local businesses and people to donate what they can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80160" y="501091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</a:rPr>
              <a:t>Example: A church asks farmers to donate food for a community meal. 50 families donate.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4. Different Sources (Diversified Funding)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63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Does This Mean?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Getting money from many different places instead of depending on just one source.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Different Sources Can Include: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Donations from individuals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Grants from organizations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Money from selling products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Membership fees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Event fundraisers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5A8F3A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It Matters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12064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Think of it like a table with many legs: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If one leg breaks, the table still stands.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If you depend on only one donor: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✗ They might stop giving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✗ Your project stops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 many sources: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If one stops, others continue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Your project stays strong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You are more independent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Example: How One Group Does It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</a:rPr>
              <a:t>Community Youth Center in Rwanda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Their funding comes from 5 different sources: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2286000" cy="82296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Individual Donations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$3,000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2880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2468880"/>
            <a:ext cx="2286000" cy="82296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Government Grant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$2,500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880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25%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468880"/>
            <a:ext cx="2286000" cy="82296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Selling Crafts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880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$2,000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9480" y="2880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474720"/>
            <a:ext cx="2286000" cy="82296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3584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Membership Fees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8862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$1,500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48840" y="3886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15%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74720" y="3474720"/>
            <a:ext cx="2286000" cy="82296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11880" y="3584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 Fundraisers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11880" y="38862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$1,000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09160" y="3886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10%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3474720"/>
            <a:ext cx="2286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584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BUDGET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$10,000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Building Your Sustainability Plan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</a:rPr>
              <a:t>Steps to Become Sustainable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Start Small Income Activity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Sell something or offer a service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Get Community Involved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8803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Ask local people to help and contribute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Find Different Money Sources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35204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Don't depend on just one donor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Grow Your Social Business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160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Help community while earning money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Remember These Things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 activities that make money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to become independent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Create social businesses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that help people and earn money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Get your community involved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so they feel ownership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 many different funding sources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to stay strong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</a:rPr>
              <a:t>Sustainability means your project can help people for many years to 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Sustainability Training for Community Organizations</dc:title>
  <dc:subject>PptxGenJS Presentation</dc:subject>
  <dc:creator>Sustainability Training</dc:creator>
  <cp:lastModifiedBy>Sustainability Training</cp:lastModifiedBy>
  <cp:revision>1</cp:revision>
  <dcterms:created xsi:type="dcterms:W3CDTF">2026-02-11T12:42:06Z</dcterms:created>
  <dcterms:modified xsi:type="dcterms:W3CDTF">2026-02-11T12:42:06Z</dcterms:modified>
</cp:coreProperties>
</file>