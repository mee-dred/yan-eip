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59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Financial Management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Essential Practices for Community Organizations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What is Financial Management?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Financial management means </a:t>
            </a:r>
            <a:r>
              <a:rPr lang="en-US" sz="1800" b="1" dirty="0">
                <a:solidFill>
                  <a:srgbClr val="028090"/>
                </a:solidFill>
              </a:rPr>
              <a:t>planning, using, and controlling money wisely</a:t>
            </a:r>
            <a:r>
              <a:rPr lang="en-US" sz="1800" dirty="0">
                <a:solidFill>
                  <a:srgbClr val="1E293B"/>
                </a:solidFill>
              </a:rPr>
              <a:t> to support an organization's goals and mission.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7315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</a:rPr>
              <a:t>It ensures that resources are used effectively, transparently, and in alignment with organizational objectives.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200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The Four Pillars of Financial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Budgeting Basics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17706" y="118872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194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Bookkeeping &amp; Record-Keeping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Transparent Procedures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19456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Financial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1. Budgeting Basics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19"/>
            <a:ext cx="4114800" cy="35119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is a Budget?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 clear financial plan showing: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Expected income sources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Planned expenses by category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Allocation of resources to programs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Prevents overspending, ensures resources align with organizational priorities, and provides a roadmap for financial decisions.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2064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Practices</a:t>
            </a: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Review and adjust budget regularly (monthly or quarterly)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97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Involve key stakeholders in budget planning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918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Track actual vs. budgeted amounts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88620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Build in contingency for unexpected expenses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2. Bookkeeping &amp; Financial Record-Keeping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Core Activities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Recording all transactions: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Income received (donations, grants, sales)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Expenses paid (supplies, salaries, utilities)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Organizing documentation: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Receipts and invoices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Bank statements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Financial records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Best Practices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1031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Record transactions promptly (daily/weekly)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Use consistent categories and codes.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Store documents in organized system (physical or digital).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Reconcile bank accounts monthly.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Back up digital records regularly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3. Transparent Procedures &amp; Accountability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Managing Money Openly and Responsibly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2103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Transparent financial procedures build trust with donors, members, and the community. They ensure money is used as intended and can be properly monitored by stakeholders.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256032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Builds Trust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Stakeholders see how funds are managed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83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Reduces Misuse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Clear procedures prevent fraud and errors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832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Enables Monitoring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0936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Allows proper oversight and audits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Key Accountability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Separation of Duties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Different people handle approval, payment, and record-keeping to prevent errors and fraud.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86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Authorization Protocols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2514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Clear rules about who can approve expenses and spending limits for different roles.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Regular Reviews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0160" y="3429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Board or finance committee reviews financial statements and approves major expenditures.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148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Documentation Standards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280160" y="4343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All financial transactions require proper supporting documentation and approval signatures.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4. Financial Reporting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400" y="14478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Are Financial Reports?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Simple, clear documents showing how money was received and spent during a specific period.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Common Reports Include: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Income Statement (revenue vs. expenses).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Balance Sheet (assets, liabilities, equity).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Budget vs. Actual comparison.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Cash flow statement.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5680" y="1447800"/>
            <a:ext cx="3840480" cy="3291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2064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Reporting Matters</a:t>
            </a: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Helps leaders make informed decisions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517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Shows donors and funders impact of their support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004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Identifies financial trends and potential issues early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74904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3212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Meets legal and compliance requirements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29768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3212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Demonstrates accountability to stakeholders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Effective Reporting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Regular Schedule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Produce reports monthly, quarterly, and annually for consistent monitoring.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37560" y="118872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173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6908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Clear &amp; Simple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56616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plain language and visual aids; avoid jargon that confuses stakeholders.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18872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Accurate &amp; Timely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4652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Ensure data is verified and reports are delivered when decisions need to be made.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7432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9718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Tailored to Audience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8580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Adjust detail level for board, staff, donors, and community members.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337560" y="27432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97180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6908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Highlight Issues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56616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Flag variances from budget, declining funds, or areas needing attention.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27432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97180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Include Context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44652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Provide narrative explaining significant changes or unusual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Putting It All Together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The Financial Management Cycle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Plan &amp; Budget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2286000"/>
            <a:ext cx="16459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Record Transactions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16459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Monitor &amp; Control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0" cy="64008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Report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657600"/>
            <a:ext cx="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r>
              <a:rPr lang="en-US" sz="1800" b="1" dirty="0">
                <a:solidFill>
                  <a:srgbClr val="FFFFFF"/>
                </a:solidFill>
              </a:rPr>
              <a:t>Budget wisely </a:t>
            </a:r>
            <a:r>
              <a:rPr lang="en-US" sz="1800" dirty="0">
                <a:solidFill>
                  <a:srgbClr val="FFFFFF"/>
                </a:solidFill>
              </a:rPr>
              <a:t>to guide spending and save resources.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r>
              <a:rPr lang="en-US" sz="1800" b="1" dirty="0">
                <a:solidFill>
                  <a:srgbClr val="FFFFFF"/>
                </a:solidFill>
              </a:rPr>
              <a:t>Keep accurate records </a:t>
            </a:r>
            <a:r>
              <a:rPr lang="en-US" sz="1800" dirty="0">
                <a:solidFill>
                  <a:srgbClr val="FFFFFF"/>
                </a:solidFill>
              </a:rPr>
              <a:t>of all transactions.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r>
              <a:rPr lang="en-US" sz="1800" b="1" dirty="0">
                <a:solidFill>
                  <a:srgbClr val="FFFFFF"/>
                </a:solidFill>
              </a:rPr>
              <a:t>Manage transparently </a:t>
            </a:r>
            <a:r>
              <a:rPr lang="en-US" sz="1800" dirty="0">
                <a:solidFill>
                  <a:srgbClr val="FFFFFF"/>
                </a:solidFill>
              </a:rPr>
              <a:t>to build trust and accountability.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r>
              <a:rPr lang="en-US" sz="1800" b="1" dirty="0">
                <a:solidFill>
                  <a:srgbClr val="FFFFFF"/>
                </a:solidFill>
              </a:rPr>
              <a:t>Report regularly </a:t>
            </a:r>
            <a:r>
              <a:rPr lang="en-US" sz="1800" dirty="0">
                <a:solidFill>
                  <a:srgbClr val="FFFFFF"/>
                </a:solidFill>
              </a:rPr>
              <a:t>to inform decisions and demonstrate impact.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</a:rPr>
              <a:t>Good financial management strengthens your organization and its mission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627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Management for Community Organizations</dc:title>
  <dc:subject>PptxGenJS Presentation</dc:subject>
  <dc:creator>Financial Management Training</dc:creator>
  <cp:lastModifiedBy>Annick IRANGABIYE</cp:lastModifiedBy>
  <cp:revision>3</cp:revision>
  <dcterms:created xsi:type="dcterms:W3CDTF">2026-02-11T12:15:09Z</dcterms:created>
  <dcterms:modified xsi:type="dcterms:W3CDTF">2026-02-13T13:47:21Z</dcterms:modified>
</cp:coreProperties>
</file>