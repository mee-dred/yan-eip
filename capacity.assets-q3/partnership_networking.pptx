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Partnership and Networking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</a:rPr>
              <a:t>Working Together for Greater Impact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93B"/>
                </a:solidFill>
              </a:rPr>
              <a:t>What is Partnership and Networking?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Partnership and networking means </a:t>
            </a:r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working with other groups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 to make your work stronger, share what you have, and help more people.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3017520"/>
            <a:ext cx="73152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When organizations join hands, they can do more together than they could alone.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004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Two Main Parts of Partnership 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0" y="1371600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28800" y="1371600"/>
            <a:ext cx="274320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22860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Finding Partners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011680" y="3474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(Mapping)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0" y="1371600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0" y="1371600"/>
            <a:ext cx="274320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28600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Building Partnerships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212080" y="3474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(Long-Term)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1. Finding Partners (Mapping Potential Partners)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630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What is Partner Mapping?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Looking around to find groups that can help your work and that you can help in return.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Why Map Partners?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200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• Know who is working in your area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• Find groups with similar goals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• Avoid doing the same work twice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• Share resources and knowledge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• Make your impact bigger by working together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Types of Partners You Can Find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4630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Local Government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2103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City offices, health centers, schools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2468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What they can offer: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743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Permission to work in the area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3063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Access to public spaces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3383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Information about community needs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3703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Official support for your programs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0" y="118872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43600" y="14630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Private Companies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303520" y="2103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Businesses, shops, factories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303520" y="2468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What they can offer: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303520" y="2743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Money or donations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303520" y="3063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Materials and supplies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303520" y="3383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Skills training for your team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303520" y="3703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Jobs for community members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More Types of Partners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4630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Other NGOs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2103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Community groups, charities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2468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What they can offer: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743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Experience and lessons learned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3063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Share costs of events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3383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Refer people who need help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3703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Work together on big projects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0" y="118872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43600" y="14630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Youth Networks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303520" y="2103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Student groups, young leaders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303520" y="2468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What they can offer: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303520" y="2743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Energy and new ideas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303520" y="3063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Volunteers for programs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303520" y="3383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Connection to young people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303520" y="3703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Social media and tech skills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How to Map Your Partners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List Your Goals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Write down what you want to achieve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764792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</a:rPr>
              <a:t>Example: We want to teach 100 girls computer skills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Think Who Can Help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42316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What kind of partners would be useful?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633472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</a:rPr>
              <a:t>Example: Schools with computers, tech companies, women's groups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Research in Your Area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329184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Find actual groups and their contact information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3502152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</a:rPr>
              <a:t>Example: Local tech shop, Community college, Girl Scouts chapter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80160" y="3886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Make a Partner Map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80160" y="416052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Write them down with what each can offer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80160" y="4370832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</a:rPr>
              <a:t>Example: Tech shop = computers, College = teachers, Scouts = students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2. Building Strong Partnerships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463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What Makes a Good Partnership?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Good partnerships are: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✓ Fair to everyone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✓ Based on trust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✓ Working toward the same goals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✓ Lasting for a long time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✓ Helping all partners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0" y="1463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</a:rPr>
              <a:t>Not Good Partnerships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5029200" y="228600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Bad partnerships happen when: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✗ One partner controls everything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✗ Only one side benefits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✗ Partners don't communicate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✗ Goals are different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✗ Partnership ends quickly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Three Keys to Strong Partnerships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325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</a:rPr>
              <a:t>Fairness (Equity)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645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What it means: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468880" y="16459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Everyone has a voice. Everyone gives and receives. Power is shared equally.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71600" y="192024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</a:rPr>
              <a:t>Example: Youth group and school both decide together what programs to run. Both share costs.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33172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1460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</a:rPr>
              <a:t>Trust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371600" y="2788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What it means: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468880" y="27889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Partners keep their promises. They are honest about problems. They respect each other.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371600" y="306324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</a:rPr>
              <a:t>Example: If a partner cannot deliver, they tell you early and work together to find a solution.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47472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611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</a:rPr>
              <a:t>Shared Goals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371600" y="3931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What it means: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2468880" y="39319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All partners want the same thing. They agree on what success looks like.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371600" y="420624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</a:rPr>
              <a:t>Example: Health center and women's group both want to reduce child sickness in the village.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93B"/>
                </a:solidFill>
              </a:rPr>
              <a:t>How to Build Partnerships That Last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0515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25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Start Small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Begin with a small project together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C39A"/>
                </a:solidFill>
              </a:rPr>
              <a:t>Why: Build trust before big commitments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9339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One shared event before a year-long program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4114800" cy="10515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468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Talk Clearly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Discuss goals, expectations, and responsibilities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C39A"/>
                </a:solidFill>
              </a:rPr>
              <a:t>Why: Avoid misunderstandings later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13639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Write down who does what and when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4114800" cy="10515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611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Meet Regularly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Check in often to share updates and solve problems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C39A"/>
                </a:solidFill>
              </a:rPr>
              <a:t>Why: Keep partnership strong over 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27939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Monthly meetings or phone calls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1188720"/>
            <a:ext cx="4114800" cy="10515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1325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Celebrate Together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54880" y="16002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Recognize successes and thank each other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18288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C39A"/>
                </a:solidFill>
              </a:rPr>
              <a:t>Why: Build positive relationships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199339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Joint celebration when goals are reached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2331720"/>
            <a:ext cx="4114800" cy="10515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2468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Be Flexible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54880" y="27432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Adjust plans when things change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29718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C39A"/>
                </a:solidFill>
              </a:rPr>
              <a:t>Why: Life is unpredictable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313639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Change meeting times if needed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3474720"/>
            <a:ext cx="4114800" cy="10515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0" y="3611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Share Credit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754880" y="38862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Tell people about your partner's good work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41148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C39A"/>
                </a:solidFill>
              </a:rPr>
              <a:t>Why: Everyone deserves recognition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427939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Mention partners in reports and events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Real Partnership Success Story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Youth Employment Program in Tanzania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The Partners: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• Local NGO (training organization)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• City government (youth department)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• Three private companies (hotels and restaurants)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• Youth network (100 young people)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What Each Partner Gave: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NGO: Training program and teachers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Government: Meeting space and official support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Companies: Job placements and mentors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Youth: Energy, ideas, and recruited friends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Results After 2 Years: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</a:rPr>
              <a:t>✓ 150 youth trained in hospitality skills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</a:rPr>
              <a:t>✓ 85 got jobs at partner companies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</a:rPr>
              <a:t>✓ Program continues with new youth every 6 months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</a:rPr>
              <a:t>✓ Partnership now in year 3 and growing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Common Problems and Solutions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984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Problem: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45920" y="1298448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Partners stop communicating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Solution: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1554480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Set regular meeting schedule and stick to 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02996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Problem: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2029968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One partner does all the work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Solution: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2286000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Write clear roles at the start. Check monthly if fair.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27614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Problem: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45920" y="2761488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Goals change or conflict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017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Solution: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3017520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Review goals together every 6 months. Adjust if needed.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34930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Problem: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45920" y="3493008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Partner cannot deliver what they promised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749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Solution: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45920" y="3749040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Talk openly about problems early. Find solutions together.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" y="42245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Problem: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45920" y="4224528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Credit goes to only one partner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44805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Solution: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45920" y="4480560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Always mention all partners in reports and public events.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Your Partnership Action Plan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Steps to Take This Month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0116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1. Make a list of 5 possible partners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6032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25603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2. Contact 2 partners to discuss working together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0896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63040" y="31089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3. Plan one small joint activity to test partnership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57600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63040" y="36576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4. Set up regular communication (monthly meetings)</a:t>
            </a:r>
            <a:endParaRPr lang="en-US" sz="15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06240"/>
            <a:ext cx="365760" cy="3657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63040" y="420624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5. Write down shared goals and who does what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Remember These Things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✓ 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Map your partners 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- find groups that share your goals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✓ 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Build fair partnerships 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- everyone gives and receives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✓ 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Trust and communicate 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- talk regularly and honestly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✓ 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Think long-term 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- good partnerships take time to grow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>
                    <a:alpha val="80000"/>
                  </a:srgbClr>
                </a:solidFill>
              </a:rPr>
              <a:t>Together we are stronger than alone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Partnership and Networking for Community Organizations</dc:title>
  <dc:subject>PptxGenJS Presentation</dc:subject>
  <dc:creator>Partnership and Networking Training</dc:creator>
  <cp:lastModifiedBy>Partnership and Networking Training</cp:lastModifiedBy>
  <cp:revision>1</cp:revision>
  <dcterms:created xsi:type="dcterms:W3CDTF">2026-02-12T11:27:10Z</dcterms:created>
  <dcterms:modified xsi:type="dcterms:W3CDTF">2026-02-12T11:27:10Z</dcterms:modified>
</cp:coreProperties>
</file>