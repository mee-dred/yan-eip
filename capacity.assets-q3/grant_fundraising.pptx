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Grant Writing &amp; Fundraising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</a:rPr>
              <a:t>Finding Money to Support Your Work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93B"/>
                </a:solidFill>
              </a:rPr>
              <a:t>What is Grant Writing and Fundraising?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Learning how to </a:t>
            </a:r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</a:rPr>
              <a:t>ask for money and support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 so your organization can do its work and help more people.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3017520"/>
            <a:ext cx="7315200" cy="4572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</a:rPr>
              <a:t>With good fundraising skills, you can find the money needed to run and grow your projects.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2004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Four Skills You Will Learn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0116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371600"/>
            <a:ext cx="2011680" cy="54864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19456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0175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Writing Proposals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60320" y="1371600"/>
            <a:ext cx="20116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560320" y="1371600"/>
            <a:ext cx="2011680" cy="54864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10" name="Text 7"/>
          <p:cNvSpPr/>
          <p:nvPr/>
        </p:nvSpPr>
        <p:spPr>
          <a:xfrm>
            <a:off x="2560320" y="1371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219456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51760" y="30175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Finding Donors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663440" y="1371600"/>
            <a:ext cx="20116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663440" y="1371600"/>
            <a:ext cx="2011680" cy="54864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15" name="Text 11"/>
          <p:cNvSpPr/>
          <p:nvPr/>
        </p:nvSpPr>
        <p:spPr>
          <a:xfrm>
            <a:off x="4663440" y="1371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219456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54880" y="30175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Building Relationships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766560" y="1371600"/>
            <a:ext cx="20116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766560" y="1371600"/>
            <a:ext cx="2011680" cy="54864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20" name="Text 15"/>
          <p:cNvSpPr/>
          <p:nvPr/>
        </p:nvSpPr>
        <p:spPr>
          <a:xfrm>
            <a:off x="6766560" y="1371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2194560"/>
            <a:ext cx="640080" cy="6400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0" y="30175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Working Together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</a:rPr>
              <a:t>1. Writing Grant Proposals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73152" cy="6400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1148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463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What is a Grant Proposal?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219456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A written request for money that tells: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• What you want to do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• Why it is important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• How much money you need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• How you will use the money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3657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</a:rPr>
              <a:t>Why Write Proposals?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4023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Most donors want to see a written plan before giving money.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846320" y="1188720"/>
            <a:ext cx="3840480" cy="3291840"/>
          </a:xfrm>
          <a:prstGeom prst="rect">
            <a:avLst/>
          </a:prstGeom>
          <a:solidFill>
            <a:srgbClr val="B85042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120640" y="1463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Two Main Parts</a:t>
            </a:r>
            <a:endParaRPr lang="en-US" sz="2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1031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6072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Part 1: The Narrative (Story)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303520" y="2468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Explain your project in words</a:t>
            </a:r>
            <a:endParaRPr lang="en-US" sz="1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29260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76072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Part 2: The Budget (Numbers)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5303520" y="3291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Show how you will spend the money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120640" y="3840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Both parts work together to make a complete proposal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</a:rPr>
              <a:t>Writing a Strong Narrative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5042"/>
                </a:solidFill>
              </a:rPr>
              <a:t>What to Include in Your Story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544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</a:rPr>
              <a:t>1. The Problem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What problem are you trying to solve?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0" y="155448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</a:rPr>
              <a:t>Example: Many girls in our village cannot read or write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21408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2128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</a:rPr>
              <a:t>2. Your Solution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441448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What will you do to fix the problem?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2212848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</a:rPr>
              <a:t>Example: We will open a free reading center for girls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779776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287121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</a:rPr>
              <a:t>3. Who You Will Help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099816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Who will benefit from your project?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2871216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</a:rPr>
              <a:t>Example: 100 girls ages 8-14 from poor families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38144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52958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</a:rPr>
              <a:t>4. Your Plan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758184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Step by step, what will you do?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0" y="3529584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</a:rPr>
              <a:t>Example: Month 1: Find space, Month 2: Buy books, Month 3: Start classes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096512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41879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</a:rPr>
              <a:t>5. Expected Results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4416552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What will change when you succeed?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0" y="4187952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</a:rPr>
              <a:t>Example: 100 girls will learn to read within 1 year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</a:rPr>
              <a:t>Creating a Simple Budget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73152" cy="64008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463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What is a Budget?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2103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A list showing how much each thing will cost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5603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</a:rPr>
              <a:t>Budget Categories: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292608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• Staff salaries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• Materials and supplies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• Transportation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• Rent or space costs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• Training and workshops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• Equipment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• Other costs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029200" y="1463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</a:rPr>
              <a:t>Example Budget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029200" y="1828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Girls Reading Center - 6 Months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0" y="22860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Teacher salary (6 months)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589520" y="22860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5042"/>
                </a:solidFill>
              </a:rPr>
              <a:t>$1,200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029200" y="25603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Books and materials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589520" y="2560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5042"/>
                </a:solidFill>
              </a:rPr>
              <a:t>$400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029200" y="28346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Room rent (6 months)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589520" y="28346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5042"/>
                </a:solidFill>
              </a:rPr>
              <a:t>$600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029200" y="31089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Tables and chairs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589520" y="3108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5042"/>
                </a:solidFill>
              </a:rPr>
              <a:t>$300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029200" y="33832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Transportation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589520" y="33832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5042"/>
                </a:solidFill>
              </a:rPr>
              <a:t>$150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029200" y="36576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Snacks for students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589520" y="3657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5042"/>
                </a:solidFill>
              </a:rPr>
              <a:t>$250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029200" y="39319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Other supplies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589520" y="39319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5042"/>
                </a:solidFill>
              </a:rPr>
              <a:t>$100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029200" y="4206240"/>
            <a:ext cx="338328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8" name="Text 25"/>
          <p:cNvSpPr/>
          <p:nvPr/>
        </p:nvSpPr>
        <p:spPr>
          <a:xfrm>
            <a:off x="5029200" y="43434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TOTAL REQUESTED: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132320" y="43434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85042"/>
                </a:solidFill>
              </a:rPr>
              <a:t>$3,000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</a:rPr>
              <a:t>Tips for Writing Strong Proposals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325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</a:rPr>
              <a:t>Be Clear and Simple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023360" y="13716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Use simple words. Avoid complicated language.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5740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057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</a:rPr>
              <a:t>Tell a Real Story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023360" y="21031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Use examples of real people your project will help.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8892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2788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</a:rPr>
              <a:t>Show You Can Do It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4023360" y="28346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Explain your experience or past successes.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52044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0160" y="3520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</a:rPr>
              <a:t>Be Honest with Numbers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4023360" y="35661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Make sure your budget is realistic and accurate.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251960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80160" y="4251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</a:rPr>
              <a:t>Follow the Rules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4023360" y="42976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Read the donor's instructions carefully and follow them exactly.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</a:rPr>
              <a:t>2. Finding Donors (Donor Mapping)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73152" cy="6400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46304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What is Donor Mapping?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31520" y="2194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Finding and making a list of people or organizations that might give you money.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28346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</a:rPr>
              <a:t>Why Map Donors?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32004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• Know where to look for money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• Find donors who care about your type of work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• Save time by focusing on the right people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• Build relationships with possible supporters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</a:rPr>
              <a:t>Types of Donors to Look For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280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</a:rPr>
              <a:t>Foundations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651760" y="128016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Organizations created to give money away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Example: Ford Foundation, Gates Foundation, local family foundations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764792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EAE"/>
                </a:solidFill>
              </a:rPr>
              <a:t>What they fund: Specific causes like education, health, environment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1945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</a:rPr>
              <a:t>Government Grants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651760" y="219456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Money from local, national, or international governments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46888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Example: Ministry of Education, USAID, European Union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679192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EAE"/>
                </a:solidFill>
              </a:rPr>
              <a:t>What they fund: Community development, public services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108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</a:rPr>
              <a:t>Companies (Corporate)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51760" y="310896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Businesses that support community projects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38328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Example: Local banks, phone companies, supermarkets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3593592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EAE"/>
                </a:solidFill>
              </a:rPr>
              <a:t>What they fund: Projects in their area or related to their business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40233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</a:rPr>
              <a:t>Individual Donors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651760" y="402336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Regular people who care about your cause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429768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Example: Community members, successful businesspeople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4507992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EAE"/>
                </a:solidFill>
              </a:rPr>
              <a:t>What they fund: Usually smaller amounts, causes they connect with personally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</a:rPr>
              <a:t>How to Find Donors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371600"/>
            <a:ext cx="457200" cy="45720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3716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</a:rPr>
              <a:t>Research Online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691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Look for foundation websites, donor databases, and grant listings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2468880"/>
            <a:ext cx="457200" cy="45720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2468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</a:rPr>
              <a:t>Ask Other Organizations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788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Talk to groups doing similar work and ask who funds them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" y="3566160"/>
            <a:ext cx="457200" cy="45720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80160" y="35661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</a:rPr>
              <a:t>Look Locally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886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Visit businesses, churches, and community groups in your area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118872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1371600"/>
            <a:ext cx="457200" cy="45720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394960" y="13716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</a:rPr>
              <a:t>Read Reports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94960" y="1691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Check who funded other projects like yours by reading their reports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228600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2468880"/>
            <a:ext cx="457200" cy="45720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394960" y="2468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</a:rPr>
              <a:t>Attend Events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94960" y="2788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Go to community meetings and networking events to meet donors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0" y="338328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3566160"/>
            <a:ext cx="457200" cy="45720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394960" y="35661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</a:rPr>
              <a:t>Make a List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94960" y="3886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Write down each potential donor with their contact information and interests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</a:rPr>
              <a:t>3. Building Relationships (Stakeholder Engagement)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73152" cy="64008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463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What Are Stakeholders?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31520" y="21945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People who care about or are affected by your work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65176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Stakeholders include: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Community members you serve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Partners and other organizations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Donors and funders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Local government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Volunteers and staff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Community leaders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754880" y="118872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0" y="1463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Why Build Relationships?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029200" y="219456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Strong relationships help you: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✓ Understand community needs better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✓ Get more support and volunteers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✓ Find donors more easily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✓ Create shared ownership of projects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✓ Make your work more sustainable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</a:rPr>
              <a:t>How to Build Good Relationships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2801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</a:rPr>
              <a:t>Listen First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834640" y="12801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Ask people what they need and want before deciding what to do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26480" y="1280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Hold community meetings to hear concerns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8745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</a:rPr>
              <a:t>Communicate Regularly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834640" y="18745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Keep stakeholders updated on your work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26480" y="18745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Send monthly newsletters or updates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24688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</a:rPr>
              <a:t>Include Them in Decisions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34640" y="24688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Let stakeholders help plan and make choices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26480" y="24688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Form a community advisory board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30632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</a:rPr>
              <a:t>Show Appreciation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34640" y="30632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Thank people for their support and involvement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30632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Recognition events, thank you notes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36576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</a:rPr>
              <a:t>Be Transparent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834640" y="3657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Share both successes and challenges honestly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26480" y="3657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Annual reports showing results and finances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1520" y="42519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</a:rPr>
              <a:t>Respond to Feedback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834640" y="42519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When people give suggestions, act on them or explain why not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26480" y="4251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Create suggestion box and respond monthly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93B"/>
                </a:solidFill>
              </a:rPr>
              <a:t>4. Working Together (Coalition Building)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73152" cy="6400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46304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What is a Coalition?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463040" y="210312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A group of organizations working together on a shared problem or goal. Stronger together than alone.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3108960"/>
            <a:ext cx="2560320" cy="1371600"/>
          </a:xfrm>
          <a:prstGeom prst="rect">
            <a:avLst/>
          </a:prstGeom>
          <a:solidFill>
            <a:srgbClr val="B85042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3383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Bigger Voice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3840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More people speaking together get heard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91840" y="3108960"/>
            <a:ext cx="2560320" cy="1371600"/>
          </a:xfrm>
          <a:prstGeom prst="rect">
            <a:avLst/>
          </a:prstGeom>
          <a:solidFill>
            <a:srgbClr val="B85042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474720" y="3383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Share Resources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474720" y="3840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Pool money, skills, and materials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26480" y="3108960"/>
            <a:ext cx="2560320" cy="1371600"/>
          </a:xfrm>
          <a:prstGeom prst="rect">
            <a:avLst/>
          </a:prstGeom>
          <a:solidFill>
            <a:srgbClr val="B85042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309360" y="3383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Greater Impact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309360" y="3840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Reach more people and solve bigger problems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</a:rPr>
              <a:t>Advocacy: Speaking Up for Change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37160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5042"/>
                </a:solidFill>
              </a:rPr>
              <a:t>What is Advocacy?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2011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Speaking up to leaders and decision-makers to create positive change for your community.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Simple Advocacy Strategies: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0175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</a:rPr>
              <a:t>• Tell Stories: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00400" y="301752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Share real examples of how problems affect people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33375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</a:rPr>
              <a:t>• Meet with Leaders: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200400" y="333756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Request meetings with government officials or decision-makers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400" y="3657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</a:rPr>
              <a:t>• Collect Evidence: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200400" y="365760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Gather data and facts to support your cause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14400" y="3977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</a:rPr>
              <a:t>• Use Media: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200400" y="397764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Write to newspapers, radio, or social media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14400" y="42976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</a:rPr>
              <a:t>• Petition or Campaign: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200400" y="42976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Collect signatures showing community support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14400" y="46177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</a:rPr>
              <a:t>• Form Alliances: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200400" y="461772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Join with other groups facing the same problem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</a:rPr>
              <a:t>Real Success Story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5042"/>
                </a:solidFill>
              </a:rPr>
              <a:t>Water Project in Ghana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6809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The Problem: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 village had no clean water. Children got sick often.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What They Did: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1. Wrote a proposal to 3 foundations (used what they learned!)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2. Engaged stakeholders - held village meetings, got community to contribute labor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3. Built coalition - partnered with health center and school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4. Did advocacy - met with district water official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Results: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B85042"/>
                </a:solidFill>
              </a:rPr>
              <a:t>✓ Got $15,000 grant from a foundation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B85042"/>
                </a:solidFill>
              </a:rPr>
              <a:t>✓ Government added $5,000 more after seeing community support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B85042"/>
                </a:solidFill>
              </a:rPr>
              <a:t>✓ Built 2 wells serving 500 families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B85042"/>
                </a:solidFill>
              </a:rPr>
              <a:t>✓ Child sickness dropped by 60% in one year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B85042"/>
                </a:solidFill>
              </a:rPr>
              <a:t>✓ Community now maintains wells themselves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</a:rPr>
              <a:t>Your Action Plan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5042"/>
                </a:solidFill>
              </a:rPr>
              <a:t>What to Do This Month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116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201168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1. Write a simple 1-page proposal for a small project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6032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25603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2. Make a list of 5 potential donors</a:t>
            </a:r>
            <a:endParaRPr lang="en-US" sz="1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108960"/>
            <a:ext cx="365760" cy="365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63040" y="310896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3. Hold one stakeholder meeting</a:t>
            </a:r>
            <a:endParaRPr lang="en-US" sz="15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657600"/>
            <a:ext cx="365760" cy="3657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463040" y="365760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4. Connect with one organization for possible partnership</a:t>
            </a:r>
            <a:endParaRPr lang="en-US" sz="15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206240"/>
            <a:ext cx="365760" cy="36576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463040" y="420624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5. Practice your project pitch in 3 sentences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Remember These Things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600" y="182880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845F"/>
                </a:solidFill>
              </a:rPr>
              <a:t>✓ </a:t>
            </a:r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Write clear proposals </a:t>
            </a:r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that tell your story and show your budget</a:t>
            </a:r>
            <a:endParaRPr lang="en-US" sz="2000" dirty="0"/>
          </a:p>
          <a:p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4845F"/>
                </a:solidFill>
              </a:rPr>
              <a:t>✓ </a:t>
            </a:r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Find the right donors </a:t>
            </a:r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who care about your work</a:t>
            </a:r>
            <a:endParaRPr lang="en-US" sz="2000" dirty="0"/>
          </a:p>
          <a:p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4845F"/>
                </a:solidFill>
              </a:rPr>
              <a:t>✓ </a:t>
            </a:r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Build strong relationships </a:t>
            </a:r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with your community and supporters</a:t>
            </a:r>
            <a:endParaRPr lang="en-US" sz="2000" dirty="0"/>
          </a:p>
          <a:p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4845F"/>
                </a:solidFill>
              </a:rPr>
              <a:t>✓ </a:t>
            </a:r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Work together with others </a:t>
            </a:r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to create bigger change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>
                    <a:alpha val="80000"/>
                  </a:srgbClr>
                </a:solidFill>
              </a:rPr>
              <a:t>With these skills, you can find the support your organization needs to thrive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Grant Writing and Fundraising for Community Organizations</dc:title>
  <dc:subject>PptxGenJS Presentation</dc:subject>
  <dc:creator>Grant Writing and Fundraising Training</dc:creator>
  <cp:lastModifiedBy>Grant Writing and Fundraising Training</cp:lastModifiedBy>
  <cp:revision>1</cp:revision>
  <dcterms:created xsi:type="dcterms:W3CDTF">2026-02-12T11:38:42Z</dcterms:created>
  <dcterms:modified xsi:type="dcterms:W3CDTF">2026-02-12T11:38:42Z</dcterms:modified>
</cp:coreProperties>
</file>